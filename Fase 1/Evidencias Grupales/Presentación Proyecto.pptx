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6" autoAdjust="0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7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504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PLATAFORMA WEB Y APP MÓVIL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48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BARBERÍA BIG BOYS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de citas, perfil de clientes, abonos de reserva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fidelización digital para un servicio de corte y barbería.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10515600" cy="14173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1143000" y="42793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459028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Ojeda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80760" y="4343400"/>
            <a:ext cx="0" cy="1005840"/>
          </a:xfrm>
          <a:prstGeom prst="line">
            <a:avLst/>
          </a:prstGeom>
          <a:noFill/>
          <a:ln w="12700">
            <a:solidFill>
              <a:srgbClr val="3A34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355080" y="459028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Yerko Rosales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Curso / Profesor:  Capstone / Fernando Herrera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5806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Fecha:  04 de </a:t>
            </a:r>
            <a:r>
              <a:rPr lang="en-US" sz="1200" dirty="0" err="1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Septiembre</a:t>
            </a:r>
            <a:r>
              <a:rPr lang="en-US" sz="12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883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atención actual en la barbería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960120" y="246888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414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Atención por orden de llegada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1752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existe un sistema de reservas: se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atiende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orden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120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llegada</a:t>
            </a: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sin agenda previa.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214884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6400800" y="246888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640080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44144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Clientes que se van sin atención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01752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Cuando hay mucha demanda, no todos pueden esperar o volver más tarde, y se pierde la atención.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960120" y="461772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960120" y="4617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5902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manual en Excel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663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atención se anota a mano, indicando el colaborador que la realizó y el monto cobrado.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4297680"/>
            <a:ext cx="5074920" cy="18288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6400800" y="4617720"/>
            <a:ext cx="420624" cy="420624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 txBox="1"/>
          <p:nvPr/>
        </p:nvSpPr>
        <p:spPr>
          <a:xfrm>
            <a:off x="6400800" y="4617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45902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perfiles ni historial digital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51663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existe información centralizada de clientes, colaboradores ni del negocio.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queremos lograr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5156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494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420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Diseñar e implementar una plataforma web y app móvil que reemplace la atención por orden de llegada y el registro manual en Excel, con perfiles para clientes, colaboradores y administradores.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ESPECÍFICOS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 txBox="1"/>
          <p:nvPr/>
        </p:nvSpPr>
        <p:spPr>
          <a:xfrm>
            <a:off x="64008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767328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Permitir a cada cliente crear su perfil y agendar su servicio habitual o solicitar uno nuevo.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507992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640080" y="4507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80560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Implementar el abono de un porcentaje del servicio para asegurar la asistencia y el cupo reservado.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5221224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64008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193792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Habilitar el ingreso como invitado, con un pop-up promocional que incentive el registro.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934456"/>
            <a:ext cx="365760" cy="36576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 txBox="1"/>
          <p:nvPr/>
        </p:nvSpPr>
        <p:spPr>
          <a:xfrm>
            <a:off x="640080" y="5934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907024"/>
            <a:ext cx="10241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Incorporar perfiles para colaboradores y administradores, reemplazando el registro manual en Excel de atenciones y montos.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espera a la reserva digital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182880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HISTORIA COTIDIANA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Juan llega a la barbería sin avisar. Son las 18:30 y ya hay ocho personas esperando turno — no puede esperar tanto y se va a otro local.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 la nueva plataforma, Juan agenda su corte desde el celular, elige a su barbero de confianza y abona un porcentaje para asegurar su cupo. Llega a la hora reservada, es atendido de inmediato, y su historial queda guardado para la próxima vez.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91440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recibido: comodidad, confianza y beneficios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461772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Transacción: agenda, abono y servicio prestado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4160520"/>
            <a:ext cx="3429000" cy="11887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8321040" y="43434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6908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Control: decisiones, reportes y mejora continua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321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kern="0" spc="100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/ APP   →   BASE DE DATOS   →   DATOS MAESTROS DEL CLIENTE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8704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innovación y el valor organizacional se sostienen en la información centralizada del cliente y del negocio.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5744" y="228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95744" y="668689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Perfil de cliente y agendamiento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791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 cliente registrado gestiona su propia experiencia de reserva desde su perfil.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45473" y="2034540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193408" y="2218667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193408" y="22174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0560" y="2033432"/>
            <a:ext cx="37975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e inicio de sesión de cliente habitual.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5473" y="2962656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193408" y="3136115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193408" y="314865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7006" y="2961201"/>
            <a:ext cx="41646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Perfil con historial de servicios y datos de contacto.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45472" y="3876849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193408" y="403645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193408" y="39923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1644" y="3887862"/>
            <a:ext cx="37975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Agendar el servicio habitual en unos pequeños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pasos.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5473" y="4790208"/>
            <a:ext cx="4666211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193408" y="4977660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193408" y="492729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1644" y="4788753"/>
            <a:ext cx="37975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Solicitar un servicio nuevo desde el catálogo disponible.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9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6BC05BC-E43E-AB43-DEC6-804707F38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581" y="1788931"/>
            <a:ext cx="1844555" cy="4037687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4BEEAA73-84DF-20B5-1007-B87098EFA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1223" y="1785301"/>
            <a:ext cx="1859079" cy="40449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 asegurada con abono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abono protege el cupo de atención y reduce la inasistencia de clientes.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14400" y="242773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14400" y="24277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 elige servicio, profesional y horario disponible.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82112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914400" y="3369564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914400" y="33695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82112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Debe abonar un porcentaje del valor del servicio para confirmar.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4311396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43113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2394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cita queda tomada solo tras validarse el abono.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065776"/>
            <a:ext cx="5026429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914400" y="5253228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914400" y="5253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065776"/>
            <a:ext cx="415774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abono, el cupo no se reserva y queda disponible para otros.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900" dirty="0"/>
          </a:p>
        </p:txBody>
      </p:sp>
      <p:pic>
        <p:nvPicPr>
          <p:cNvPr id="35" name="Imagen 34">
            <a:extLst>
              <a:ext uri="{FF2B5EF4-FFF2-40B4-BE49-F238E27FC236}">
                <a16:creationId xmlns:a16="http://schemas.microsoft.com/office/drawing/2014/main" id="{B2FA24C3-DC48-B939-FDB1-702603554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5867" y="2191789"/>
            <a:ext cx="1813050" cy="4029000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73E2721B-12B4-7C27-C90C-E467CF84A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914" y="2146020"/>
            <a:ext cx="1813050" cy="4029000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90AC8012-E241-CCCB-68C4-7A89A7AAAB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1318" y="2191788"/>
            <a:ext cx="1772450" cy="39832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FUNCIONALIDADES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Ingreso como invitado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cliente no habitual puede reservar igualmente, y se le invita a fidelizarse.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45592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14400" y="2427732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14400" y="24277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Acceso rápido como invitado, sin necesidad de registro previo.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82112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914400" y="3369564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914400" y="33695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82112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Pop-up promocional inmediato con beneficios y descuentos.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4311396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43113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23944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Invitación a completar sus datos para crear perfil habitual.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065776"/>
            <a:ext cx="5486400" cy="7772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914400" y="5253228"/>
            <a:ext cx="402336" cy="402336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 txBox="1"/>
          <p:nvPr/>
        </p:nvSpPr>
        <p:spPr>
          <a:xfrm>
            <a:off x="914400" y="5253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065776"/>
            <a:ext cx="458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Conversión de invitado a cliente fidelizado dentro del mismo flujo.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9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7356B48A-C912-19E3-1BD3-398C5726C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0703" y="137160"/>
            <a:ext cx="3963791" cy="6540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USUARIOS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perfiles, un mismo sistema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plataforma diferencia el acceso y la información disponible según el tipo de usuario.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96012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9601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 su perfil, agenda servicios habituales o nuevos, abona su reserva y revisa su historial de atenciones.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466344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46634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Colaborador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Registra digitalmente los servicios que realiza, solo confirmando su atención con el detalle y el monto de cada atención, reemplazando el Excel manual.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429000" cy="31089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8366760" y="2651760"/>
            <a:ext cx="457200" cy="457200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836676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2918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Administrador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7490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Supervisa la agenda general, el desempeño de los colaboradores y los reportes del negocio.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organiza el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SITIO WEB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APP MÓVIL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21031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2628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DE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(BBDD)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031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0" y="2103120"/>
            <a:ext cx="3200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 txBox="1"/>
          <p:nvPr/>
        </p:nvSpPr>
        <p:spPr>
          <a:xfrm>
            <a:off x="8229600" y="21031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 MAESTROS</a:t>
            </a:r>
            <a:endParaRPr lang="en-US" sz="130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CLIENTE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MÓDULOS DEL SISTEMA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914400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 txBox="1"/>
          <p:nvPr/>
        </p:nvSpPr>
        <p:spPr>
          <a:xfrm>
            <a:off x="91440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Mantenedor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Administración de perfiles de clientes, colaboradores y administradores, junto con servicios y horarios.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5112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4599432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459943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48072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Negocio (Transacciones)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Agendamiento, cálculo y registro de abonos, confirmación de citas.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10144" y="3611880"/>
            <a:ext cx="3502152" cy="160020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8284464" y="386791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 txBox="1"/>
          <p:nvPr/>
        </p:nvSpPr>
        <p:spPr>
          <a:xfrm>
            <a:off x="8284464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33104" y="38313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84464" y="436168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Toma de decisiones, control operativo y reportes de desempeño.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  →  Valor   ·   Negociaciones  →  Gestión operativa e innovación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4A0558C6-0231-44AB-6A56-2736A378585F}"/>
              </a:ext>
            </a:extLst>
          </p:cNvPr>
          <p:cNvSpPr txBox="1"/>
          <p:nvPr/>
        </p:nvSpPr>
        <p:spPr>
          <a:xfrm>
            <a:off x="6638544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52197D59-3CC3-A000-A76F-E85DBD80A3D1}"/>
              </a:ext>
            </a:extLst>
          </p:cNvPr>
          <p:cNvSpPr txBox="1"/>
          <p:nvPr/>
        </p:nvSpPr>
        <p:spPr>
          <a:xfrm>
            <a:off x="6583680" y="7726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Ojeda 	             -  Yerko Rosales</a:t>
            </a:r>
            <a:endParaRPr lang="en-US" sz="160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410614C4-C2D0-2C14-E23B-899F756B5528}"/>
              </a:ext>
            </a:extLst>
          </p:cNvPr>
          <p:cNvSpPr txBox="1"/>
          <p:nvPr/>
        </p:nvSpPr>
        <p:spPr>
          <a:xfrm>
            <a:off x="6583680" y="1252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Desarrollo Backend / Base de Datos -   </a:t>
            </a:r>
            <a:r>
              <a:rPr lang="en-US" sz="125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</a:t>
            </a: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UX/UI y </a:t>
            </a:r>
            <a:r>
              <a:rPr lang="en-US" sz="1250" dirty="0" err="1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</a:t>
            </a:r>
            <a:r>
              <a:rPr lang="en-US" sz="125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			Proyecto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PROTOTIPOS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Primeros mockups de la solución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675120" cy="36118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60120" y="240487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SITIO WEB</a:t>
            </a:r>
            <a:endParaRPr lang="en-US" sz="1200" dirty="0"/>
          </a:p>
        </p:txBody>
      </p:sp>
      <p:pic>
        <p:nvPicPr>
          <p:cNvPr id="6" name="Image 0" descr="/home/claude/barberia/assets/mock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94" y="2834640"/>
            <a:ext cx="5484491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5303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de presentación del servicio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35240" y="2148840"/>
            <a:ext cx="3886200" cy="4297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 txBox="1"/>
          <p:nvPr/>
        </p:nvSpPr>
        <p:spPr>
          <a:xfrm>
            <a:off x="7909560" y="240487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MÓVIL</a:t>
            </a:r>
            <a:endParaRPr lang="en-US" sz="1200" dirty="0"/>
          </a:p>
        </p:txBody>
      </p:sp>
      <p:pic>
        <p:nvPicPr>
          <p:cNvPr id="10" name="Image 1" descr="/home/claude/barberia/assets/mock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99" y="2834640"/>
            <a:ext cx="1563482" cy="3291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60624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 de ingreso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desarrollo: Waterfall (cascada)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96012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proyecto se desarrolla siguiendo un modelo secuencial: cada etapa se completa y valida antes de avanzar a la siguiente. Se eligió Waterfall porque los requerimientos del negocio están bien definidos desde el inicio y el equipo necesita entregables claros por fase, alineados a los plazos académicos del curso.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1444752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144475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Levantamiento y definición de requerimientos del negocio.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638044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52344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557016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 txBox="1"/>
          <p:nvPr/>
        </p:nvSpPr>
        <p:spPr>
          <a:xfrm>
            <a:off x="355701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16936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 datos, flujo de usuario e interfaces (UX/UI).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4750308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64608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5669280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566928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01768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Desarrollo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Programación del sitio web, la app móvil y la base de datos.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6862572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76872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7781544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 txBox="1"/>
          <p:nvPr/>
        </p:nvSpPr>
        <p:spPr>
          <a:xfrm>
            <a:off x="7781544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41464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Validación funcional, integración y control de calidad.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8974836" y="3520440"/>
            <a:ext cx="10972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89136" y="3520440"/>
            <a:ext cx="1993392" cy="214884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Shape 29"/>
          <p:cNvSpPr/>
          <p:nvPr/>
        </p:nvSpPr>
        <p:spPr>
          <a:xfrm>
            <a:off x="9893808" y="377647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 txBox="1"/>
          <p:nvPr/>
        </p:nvSpPr>
        <p:spPr>
          <a:xfrm>
            <a:off x="9893808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3891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4C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Implementación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47548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98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Entrega final, ajustes y puesta en marcha del sistema.</a:t>
            </a:r>
            <a:endParaRPr lang="en-US" sz="98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PLANIFICACIÓN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trabajo y cronograma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etapas siguen el mismo orden secuencial definido por la metodología Waterfall.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896112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 txBox="1"/>
          <p:nvPr/>
        </p:nvSpPr>
        <p:spPr>
          <a:xfrm>
            <a:off x="89611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Propuesta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Definición del alcance, problema y propuesta de valor.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47288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3703320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370332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→ Arquitectura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75888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de interfaces, flujo de usuario y arquitectura de datos.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54496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6510528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 txBox="1"/>
          <p:nvPr/>
        </p:nvSpPr>
        <p:spPr>
          <a:xfrm>
            <a:off x="6510528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Programación y desarrollo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Construcción del sitio web, la app móvil y la base de datos.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61704" y="2423160"/>
            <a:ext cx="2606040" cy="187452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9317736" y="2679192"/>
            <a:ext cx="384048" cy="384048"/>
          </a:xfrm>
          <a:prstGeom prst="ellipse">
            <a:avLst/>
          </a:prstGeom>
          <a:solidFill>
            <a:srgbClr val="15120F"/>
          </a:solidFill>
          <a:ln w="15875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 txBox="1"/>
          <p:nvPr/>
        </p:nvSpPr>
        <p:spPr>
          <a:xfrm>
            <a:off x="9317736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90304" y="32461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Cierre y entrega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90304" y="372160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Pruebas, ajustes finales y entrega del proyecto.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AVANCE GENERAL DEL PROYECTO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Shape 25"/>
          <p:cNvSpPr/>
          <p:nvPr/>
        </p:nvSpPr>
        <p:spPr>
          <a:xfrm>
            <a:off x="640080" y="4709160"/>
            <a:ext cx="326440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 txBox="1"/>
          <p:nvPr/>
        </p:nvSpPr>
        <p:spPr>
          <a:xfrm>
            <a:off x="640080" y="470916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12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próxima etapa: 70%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mitigación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MITIGACIÓN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12064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6035040" y="2331720"/>
            <a:ext cx="548640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868680" y="2331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Baja adopción por parte de los clientes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3317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Registro simple y beneficios visibles desde el primer ingreso.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310128"/>
            <a:ext cx="512064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6035040" y="3310128"/>
            <a:ext cx="5486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 txBox="1"/>
          <p:nvPr/>
        </p:nvSpPr>
        <p:spPr>
          <a:xfrm>
            <a:off x="868680" y="331012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Fallas en el módulo de pago del abono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31012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Pruebas exhaustivas y uso de una pasarela de pago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88536"/>
            <a:ext cx="512064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6035040" y="4288536"/>
            <a:ext cx="5486400" cy="868680"/>
          </a:xfrm>
          <a:prstGeom prst="rect">
            <a:avLst/>
          </a:prstGeom>
          <a:solidFill>
            <a:srgbClr val="1F1B1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 txBox="1"/>
          <p:nvPr/>
        </p:nvSpPr>
        <p:spPr>
          <a:xfrm>
            <a:off x="868680" y="428853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Atrasos en la etapa de desarrollo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28853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Planificación detallada por fase, con hitos de control y revisión antes de avanzar a la siguiente etapa.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266944"/>
            <a:ext cx="512064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6035040" y="5266944"/>
            <a:ext cx="5486400" cy="868680"/>
          </a:xfrm>
          <a:prstGeom prst="rect">
            <a:avLst/>
          </a:prstGeom>
          <a:solidFill>
            <a:srgbClr val="25201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 txBox="1"/>
          <p:nvPr/>
        </p:nvSpPr>
        <p:spPr>
          <a:xfrm>
            <a:off x="868680" y="5266944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EE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Resistencia del personal a usar el sistema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526694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Capacitación breve y panel de gestión simple e intuitivo.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TEMAS ABIERTOS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85800" y="1243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 txBox="1"/>
          <p:nvPr/>
        </p:nvSpPr>
        <p:spPr>
          <a:xfrm>
            <a:off x="960120" y="1097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Definir la pasarela de pago a integrar para el abono.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0195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 txBox="1"/>
          <p:nvPr/>
        </p:nvSpPr>
        <p:spPr>
          <a:xfrm>
            <a:off x="960120" y="17556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Establecer la política de reembolso ante cancelaciones.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 txBox="1"/>
          <p:nvPr/>
        </p:nvSpPr>
        <p:spPr>
          <a:xfrm>
            <a:off x="960120" y="241401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Fijar el porcentaje estándar de abono por servicio.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881360" cy="0"/>
          </a:xfrm>
          <a:prstGeom prst="line">
            <a:avLst/>
          </a:prstGeom>
          <a:noFill/>
          <a:ln w="12700">
            <a:solidFill>
              <a:srgbClr val="3A34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 txBox="1"/>
          <p:nvPr/>
        </p:nvSpPr>
        <p:spPr>
          <a:xfrm>
            <a:off x="64008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Preguntas y comentarios son bienvenidos.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kern="0" spc="1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PROYECTO BARBERÍA BIG BOYS · WEB + APP MÓVIL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0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1306</Words>
  <Application>Microsoft Office PowerPoint</Application>
  <PresentationFormat>Panorámica</PresentationFormat>
  <Paragraphs>224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YERKO ALEXIS ROSALES BOBADILLA</cp:lastModifiedBy>
  <cp:revision>5</cp:revision>
  <dcterms:created xsi:type="dcterms:W3CDTF">2026-08-26T17:11:17Z</dcterms:created>
  <dcterms:modified xsi:type="dcterms:W3CDTF">2026-09-04T23:47:08Z</dcterms:modified>
</cp:coreProperties>
</file>