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6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50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WEB Y APP MÓVIL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PROYECTO BARBERÍA BIG-BOYS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citas, perfil de clientes, abonos de reserva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fidelización digital para un servicio de corte y barbería.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0515600" cy="14173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114300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590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Jonathan Ojeda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4343400"/>
            <a:ext cx="0" cy="1005840"/>
          </a:xfrm>
          <a:prstGeom prst="line">
            <a:avLst/>
          </a:prstGeom>
          <a:noFill/>
          <a:ln w="12700">
            <a:solidFill>
              <a:srgbClr val="3A3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355080" y="45902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Yerko Rosales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 / Profesor:  Capstone / Fernando Herrera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5806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Fecha:  04 de </a:t>
            </a:r>
            <a:r>
              <a:rPr lang="en-US" sz="1200" dirty="0" err="1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Septiembre</a:t>
            </a:r>
            <a:r>
              <a:rPr lang="en-US" sz="12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883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atención actual en la barbería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41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Atención por orden de llegada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175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existe un sistema de reservas: se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atiende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llegada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sin agenda previa.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14884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441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 que se van sin atención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0175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hay mucha demanda, no todos pueden esperar o volver más tarde, y se pierde la atención.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960120" y="461772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6012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90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manual en Excel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663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atención se anota a mano, indicando el colaborador que la realizó y el monto cobrado.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29768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400800" y="461772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40080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590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perfiles ni historial digital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1663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existe información centralizada de clientes, colaboradores ni del negocio.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queremos lograr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5156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249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420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 e implementar una plataforma web y app móvil que complemente la atención por orden de llegada y reemplace el registro manual en Excel, con perfiles para clientes, colaboradores y administradores.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76732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Permitir a cada cliente crear su perfil y agendar su servicio habitual o solicitar uno nuevo.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07992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4008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4805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 el abono de reserva de $3.000 para asegurar la asistencia y el cupo reservado.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21224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640080" y="5221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193792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Habilitar el ingreso como invitado, con un pop-up promocional que incentive el registro.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934456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40080" y="5934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907024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Incorporar perfiles para colaboradores y administradores, reemplazando el registro manual en Excel de atenciones y montos.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espera a la reserva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82880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HISTORIA COTIDIANA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Juan llega a la barbería sin avisar. Son las 18:30 y ya hay ocho personas esperando turno — no puede esperar tanto y se va a otro local.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la nueva plataforma, Juan agenda su corte desde el celular, elige a su barbero de confianza y abona $3.000 para asegurar su cupo. Llega a la hora reservada, es atendido de inmediato, y su historial queda guardado para la próxima vez.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3429000" cy="11887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recibido: comodidad, confianza y beneficios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4160520"/>
            <a:ext cx="3429000" cy="11887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61772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Transacción: agenda, abono y servicio prestado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4160520"/>
            <a:ext cx="3429000" cy="11887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832104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Control: decisiones, reportes y mejora continua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/ APP   →   BASE DE DATOS   →   DATOS MAESTROS DEL CLIENTE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870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innovación y el valor organizacional se sostienen en la información centralizada del cliente y del negocio.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5744" y="228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5744" y="668689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de cliente y agendamiento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791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cliente registrado gestiona su propia experiencia de reserva desde su perfil.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5473" y="2034540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93408" y="2218667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93408" y="22174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0560" y="2033432"/>
            <a:ext cx="37975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e inicio de sesión de cliente habitual.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5473" y="2962656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193408" y="3136115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93408" y="314865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006" y="2961201"/>
            <a:ext cx="4164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con historial de servicios y datos de contacto.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5472" y="3876849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193408" y="4036452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193408" y="39923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644" y="3887862"/>
            <a:ext cx="37975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Agendar el servicio habitual en unos pequeños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5473" y="4790208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93408" y="4977660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193408" y="492729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644" y="4788753"/>
            <a:ext cx="3797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Solicitar un servicio nuevo desde el catálogo disponible.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6BC05BC-E43E-AB43-DEC6-804707F3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581" y="1788931"/>
            <a:ext cx="1844555" cy="4037687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4BEEAA73-84DF-20B5-1007-B87098EFA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223" y="1785301"/>
            <a:ext cx="1859079" cy="40449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 asegurada con abono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abono protege el cupo de atención y reduce la inasistencia de clientes.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14400" y="2427732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14400" y="24277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41577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cliente elige servicio, profesional y horario disponible.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82112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914400" y="3369564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914400" y="33695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82112"/>
            <a:ext cx="41577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Debe abonar $3.000 (se descuenta del servicio) para confirmar.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914400" y="4311396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4400" y="43113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2394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cita queda tomada solo tras validarse el abono.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65776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914400" y="5253228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914400" y="52532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065776"/>
            <a:ext cx="41577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abono, el cupo no se reserva y queda disponible para otros.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B2FA24C3-DC48-B939-FDB1-702603554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867" y="2191789"/>
            <a:ext cx="1813050" cy="40290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73E2721B-12B4-7C27-C90C-E467CF84A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914" y="2146020"/>
            <a:ext cx="1813050" cy="40290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90AC8012-E241-CCCB-68C4-7A89A7AAA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318" y="2191788"/>
            <a:ext cx="1772450" cy="39832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 como invitado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cliente no habitual puede reservar igualmente, y se le invita a fidelizarse.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5592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14400" y="2427732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14400" y="24277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458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rápido como invitado, sin necesidad de registro previo.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82112"/>
            <a:ext cx="548640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914400" y="3369564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914400" y="33695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82112"/>
            <a:ext cx="458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Pop-up promocional inmediato con beneficios y descuentos.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548640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914400" y="4311396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4400" y="43113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2394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Invitación a completar sus datos para crear perfil habitual.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65776"/>
            <a:ext cx="548640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914400" y="5253228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914400" y="52532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065776"/>
            <a:ext cx="458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Conversión de invitado a cliente fidelizado dentro del mismo flujo.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356B48A-C912-19E3-1BD3-398C5726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703" y="137160"/>
            <a:ext cx="3963791" cy="65400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perfiles, un mismo sistema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plataforma diferencia el acceso y la información disponible según el tipo de usuario.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1089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457200" cy="45720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 su perfil, agenda servicios habituales o nuevos, abona su reserva y revisa su historial de atenciones.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429000" cy="31089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663440" y="2651760"/>
            <a:ext cx="457200" cy="45720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Colaborador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 digitalmente los servicios que realiza, solo confirmando su atención con el detalle y el monto de cada atención, reemplazando el Excel manual.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429000" cy="31089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366760" y="2651760"/>
            <a:ext cx="457200" cy="45720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83667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Supervisa la agenda general, el desempeño de los colaboradores y los reportes del negocio.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organiza 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00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SITIO WEB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APP MÓVIL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21031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26280" y="2103120"/>
            <a:ext cx="3200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52628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(BBDD)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1031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200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22960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MAESTROS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CLIENTE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DEL SISTEMA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502152" cy="16002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914400" y="386791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440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3133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Mantenedor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6168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Administración de perfiles de clientes, colaboradores y administradores, junto con servicios y horarios.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25112" y="3611880"/>
            <a:ext cx="3502152" cy="16002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599432" y="386791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45994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48072" y="383133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Negocio (Transacciones)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36168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Agendamiento, cálculo y registro de abonos, confirmación de citas.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10144" y="3611880"/>
            <a:ext cx="3502152" cy="16002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284464" y="386791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8284464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33104" y="383133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436168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Toma de decisiones, control operativo y reportes de desempeño.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 →  Valor   ·   Negociaciones  →  Gestión operativa e innovación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4A0558C6-0231-44AB-6A56-2736A378585F}"/>
              </a:ext>
            </a:extLst>
          </p:cNvPr>
          <p:cNvSpPr txBox="1"/>
          <p:nvPr/>
        </p:nvSpPr>
        <p:spPr>
          <a:xfrm>
            <a:off x="6638544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</a:t>
            </a:r>
            <a:endParaRPr lang="en-US" sz="11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52197D59-3CC3-A000-A76F-E85DBD80A3D1}"/>
              </a:ext>
            </a:extLst>
          </p:cNvPr>
          <p:cNvSpPr txBox="1"/>
          <p:nvPr/>
        </p:nvSpPr>
        <p:spPr>
          <a:xfrm>
            <a:off x="6583680" y="7726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Jonathan Ojeda 	             -  Yerko Rosales</a:t>
            </a:r>
            <a:endParaRPr lang="en-US" sz="16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410614C4-C2D0-2C14-E23B-899F756B5528}"/>
              </a:ext>
            </a:extLst>
          </p:cNvPr>
          <p:cNvSpPr txBox="1"/>
          <p:nvPr/>
        </p:nvSpPr>
        <p:spPr>
          <a:xfrm>
            <a:off x="6583680" y="1252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Backend / Base de Datos -   </a:t>
            </a:r>
            <a:r>
              <a:rPr lang="en-US" sz="125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</a:t>
            </a: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UX/UI y </a:t>
            </a:r>
            <a:r>
              <a:rPr lang="en-US" sz="125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</a:t>
            </a: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			Proyecto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Primeros mockups de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675120" cy="36118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60120" y="24048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SITIO WEB</a:t>
            </a:r>
            <a:endParaRPr lang="en-US" sz="1200" dirty="0"/>
          </a:p>
        </p:txBody>
      </p:sp>
      <p:pic>
        <p:nvPicPr>
          <p:cNvPr id="6" name="Image 0" descr="/home/claude/barberia/assets/mock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94" y="2834640"/>
            <a:ext cx="5484491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5303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de presentación del servicio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2148840"/>
            <a:ext cx="3886200" cy="4297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7909560" y="2404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MÓVIL</a:t>
            </a:r>
            <a:endParaRPr lang="en-US" sz="1200" dirty="0"/>
          </a:p>
        </p:txBody>
      </p:sp>
      <p:pic>
        <p:nvPicPr>
          <p:cNvPr id="10" name="Image 1" descr="/home/claude/barberia/assets/mock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99" y="2834640"/>
            <a:ext cx="1563482" cy="32918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09560" y="6062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Pantalla de ingreso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desarrollo: Waterfall (cascada)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96012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proyecto se desarrolla siguiendo un modelo secuencial: cada etapa se completa y valida antes de avanzar a la siguiente. Se eligió Waterfall porque los requerimientos del negocio están bien definidos desde el inicio y el equipo necesita entregables claros por fase, alineados a los plazos académicos del curso.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444752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44475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Levantamiento y definición de requerimientos del negocio.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2638044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52344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557016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557016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16936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datos, flujo de usuario e interfaces (UX/UI).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4750308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4608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5669280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56692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 del sitio web, la app móvil y la base de datos.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6862572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76872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781544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7781544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funcional, integración y control de calidad.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8974836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089136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9893808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9893808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53728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 final, ajustes y puesta en marcha del sistema.</a:t>
            </a:r>
            <a:endParaRPr lang="en-US" sz="98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trabajo y cronograma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etapas siguen el mismo orden secuencial definido por la metodología Waterfall.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896112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9611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 del alcance, problema y propuesta de valor.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47288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703320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37033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→ Arquitectura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interfaces, flujo de usuario y arquitectura de datos.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54496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510528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51052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 y desarrollo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Construcción del sitio web, la app móvil y la base de datos.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61704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9317736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9317736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y entrega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Pruebas, ajustes finales y entrega del proyecto.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AVANCE GENERAL DEL PROYECTO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3264408" cy="3657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640080" y="470916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12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próxima etapa: 70%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mitigación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12064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035040" y="2331720"/>
            <a:ext cx="548640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Baja adopción por parte de los clientes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331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simple y beneficios visibles desde el primer ingreso.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512064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035040" y="3310128"/>
            <a:ext cx="5486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868680" y="33101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 en el módulo de pago del abono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31012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exhaustivas y uso de una pasarela de pago confiable.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512064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035040" y="4288536"/>
            <a:ext cx="548640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868680" y="428853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Atrasos en la etapa de desarrollo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28853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 detallada por fase, con hitos de control y revisión antes de avanzar a la siguiente etapa.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266944"/>
            <a:ext cx="512064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035040" y="5266944"/>
            <a:ext cx="5486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68680" y="526694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Resistencia del personal a usar el sistema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26694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 breve y panel de gestión simple e intuitivo.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TEMAS ABIERTOS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85800" y="12435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960120" y="1097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Pasarela definida: Webpay Plus (Transbank).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60120" y="17556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Reagendar con ≥ 24 h (máx. 2 veces); &lt; 24 h pierde el abono.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60120" y="24140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Abono fijo de $3.000, parametrizable.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12700">
            <a:solidFill>
              <a:srgbClr val="3A3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40080" y="3749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y comentarios son bienvenidos.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BIG-BOYS · WEB + APP MÓVIL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1306</Words>
  <Application>Microsoft Office PowerPoint</Application>
  <PresentationFormat>Panorámica</PresentationFormat>
  <Paragraphs>224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YERKO ALEXIS ROSALES BOBADILLA</cp:lastModifiedBy>
  <cp:revision>5</cp:revision>
  <dcterms:created xsi:type="dcterms:W3CDTF">2026-08-26T17:11:17Z</dcterms:created>
  <dcterms:modified xsi:type="dcterms:W3CDTF">2026-09-04T23:47:08Z</dcterms:modified>
</cp:coreProperties>
</file>